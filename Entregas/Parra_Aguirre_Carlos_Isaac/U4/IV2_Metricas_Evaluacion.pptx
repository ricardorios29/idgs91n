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IV.2. Métricas de evaluación de modelos</a:t>
            </a:r>
          </a:p>
          <a:p>
            <a:r>
              <a:t>Integrantes: Equipo</a:t>
            </a:r>
          </a:p>
          <a:p>
            <a:r>
              <a:t>Fecha: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Evaluar métricas de clustering y reducción de dimensionalidad.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 Agrupación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Índice de Silueta</a:t>
            </a:r>
          </a:p>
          <a:p>
            <a:r>
              <a:t>• Davies-Bouldin</a:t>
            </a:r>
          </a:p>
          <a:p>
            <a:r>
              <a:t>• Calinski–Harabasz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Fórmulas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Incluye definiciones y fórmulas matemáticas esenciales.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de Reducción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Varianza explicada</a:t>
            </a:r>
          </a:p>
          <a:p>
            <a:r>
              <a:t>• Trustworthiness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Iris: 150 muestras, 4 atributos numéricos.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(k=3)</a:t>
            </a:r>
          </a:p>
          <a:p>
            <a:r>
              <a:t>Silueta: 0.56</a:t>
            </a:r>
          </a:p>
          <a:p>
            <a:r>
              <a:t>DBI: 0.62</a:t>
            </a:r>
          </a:p>
          <a:p>
            <a:r>
              <a:t>CH: 561.3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Reducción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PCA con 2 componentes: 95.7% varianza explicada.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Clustering adecuado + PCA eficiente.</a:t>
            </a:r>
          </a:p>
          <a:p>
            <a:r>
              <a:t>Trustworthiness = 0.97.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métricas confirman la calidad del clustering y la reducción dimensional.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