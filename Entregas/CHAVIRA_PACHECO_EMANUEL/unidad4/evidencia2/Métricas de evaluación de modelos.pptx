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00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957060" cy="1568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IV.2. Métricas de evaluación de modelos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es-MX"/>
              <a:t>Alumno: Emanuel Chavira</a:t>
            </a:r>
            <a:br/>
            <a:r>
              <a:t>Matrícula: </a:t>
            </a:r>
            <a:r>
              <a:rPr lang="es-MX"/>
              <a:t>1123250032</a:t>
            </a:r>
            <a:br/>
            <a:r>
              <a:t>Grupo: </a:t>
            </a:r>
            <a:r>
              <a:rPr lang="es-MX"/>
              <a:t>IDGS91N</a:t>
            </a:r>
            <a:br/>
            <a:r>
              <a:t>Fecha: </a:t>
            </a:r>
            <a:r>
              <a:rPr lang="es-MX"/>
              <a:t>29</a:t>
            </a:r>
            <a:r>
              <a:t>/11/2025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12978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Objetivo: Identificar y aplicar métricas de evaluación para modelos de agrupación y reducción de dimensionalidad.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Investigación de tres métricas de evaluación interna para clustering y dos métricas para reducción.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Uso de un conjunto de datos numéricos para demostrar la aplicación de estas métricas.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Métricas de agrupación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117080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Índice de silueta: mide la similitud de un punto con su clúster. Fórmula: s(i)=(b(i)−a(i))/max(a(i),b(i)). Valores cercanos a 1 indican clústers bien separados.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Índice Davies–Bouldin: relación entre dispersión interna y separación entre clústers. Fórmula: DB = (1/k)∑ max((δ_i + δ_j)/d_{ij}). Valores bajos implican clústers compactos.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Índice Calinski–Harabasz: compara la dispersión entre clústers con la dispersión interna. Fórmula: CH = (BCSS/(k−1))/(WCSS/(n−k)). Valores más altos indican clústers densos y bien separados.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Métricas de reducción de dimensionalidad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479665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Varianza explicada acumulada (CEV): suma acumulada de la fracción de varianza explicada por cada componente principal. Permite seleccionar el número de componentes que retienen la mayor parte de la información.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Confianza (trustworthiness): cuantifica la preservación de la estructura local después de la reducción de dimensionalidad. Valores cercanos a 1 indican que los vecinos en el espacio reducido son también vecinos en el espacio original.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Descripción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373620" cy="922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Conjunto de datos Iris (Fisher, 1936) con 150 observaciones de tres especies.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Variables numéricas: longitud y ancho del sépalo, longitud y ancho del pétalo.</a:t>
            </a:r>
            <a:endParaRPr sz="1800"/>
          </a:p>
          <a:p>
            <a:pPr>
              <a:defRPr sz="1500">
                <a:solidFill>
                  <a:srgbClr val="222935"/>
                </a:solidFill>
              </a:defRPr>
            </a:pPr>
            <a:r>
              <a:rPr sz="1800"/>
              <a:t>Los datos se estandarizaron para evitar que la escala influya en los modelos.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Resultados de clustering</a:t>
            </a:r>
          </a:p>
        </p:txBody>
      </p:sp>
      <p:pic>
        <p:nvPicPr>
          <p:cNvPr id="5" name="Picture 4" descr="iris_clust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4206240" cy="2926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63040" y="459613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0A48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0A48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Índice de silueta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0.480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Davies–Bouldin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0.789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Calinski–Harabasz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935"/>
                          </a:solidFill>
                        </a:defRPr>
                      </a:pPr>
                      <a:r>
                        <a:t>157.360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Resultados de reducción</a:t>
            </a:r>
          </a:p>
        </p:txBody>
      </p:sp>
      <p:pic>
        <p:nvPicPr>
          <p:cNvPr id="5" name="Picture 4" descr="pca_cumulative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0"/>
            <a:ext cx="420624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4129405"/>
            <a:ext cx="32004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t>Varianza explicada: PC1 = 72.96 %, PC1+PC2 = 95.81 %.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Confianza con 5 vecinos ≈ 0.974.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Dos componentes capturan la mayor parte de la información y preservan la estructura local.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Comparativa y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49808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t>La silueta de 0,48 indica separación moderada; algunos puntos están en la frontera.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El índice Davies–Bouldin de 0,79 muestra clústers compactos y bien separados.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El índice Calinski–Harabasz de 157,36 respalda la calidad del clustering.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La CEV indica que dos componentes retienen ~96 % de la varianza total.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La confianza alta confirma que se preserva la estructura local tras reducir la dimensionalidad.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Conclusiones y 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749808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t>Las métricas internas permiten validar el clustering sin etiquetas externas.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En el conjunto Iris, los índices coinciden en que tres clústers describen adecuadamente los datos.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La reducción mediante PCA conserva la varianza y facilita la visualización en 2D.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La alta confianza sugiere que la estructura local se mantiene tras la reducción.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Es recomendable combinar varias métricas y técnicas para obtener evaluaciones robustas.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7269e7-3796-4a55-ba7b-96932ef4c73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solidFill>
            <a:srgbClr val="0A4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510" y="1097280"/>
            <a:ext cx="749744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935"/>
                </a:solidFill>
              </a:defRPr>
            </a:pPr>
            <a:r>
              <a:t>Wikipedia. (2024). Silhouette (clustering). Recuperado de https://en.wikipedia.org/wiki/Silhouette_(clustering)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GraphPad Software. (2025). Davies–Bouldin index. Prism 10 Statistics Guide.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GraphPad Software. (2025). Calinski–Harabasz index. Prism 10 Statistics Guide.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Pandit, R., &amp; Shehu, A. (2016). Trustworthiness and continuity metrics.</a:t>
            </a:r>
          </a:p>
          <a:p>
            <a:pPr>
              <a:defRPr sz="1500">
                <a:solidFill>
                  <a:srgbClr val="222935"/>
                </a:solidFill>
              </a:defRPr>
            </a:pPr>
            <a:r>
              <a:t>KDnuggets. (2023). Exploring Unsupervised Learning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3287</Words>
  <Application>WPS Presentation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Emanuel Chavira</cp:lastModifiedBy>
  <cp:revision>4</cp:revision>
  <dcterms:created xsi:type="dcterms:W3CDTF">2013-01-27T09:14:00Z</dcterms:created>
  <dcterms:modified xsi:type="dcterms:W3CDTF">2025-11-30T04:14:44Z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8D296EA1C82E4141AA1FB54D8C91563B_13</vt:lpwstr>
  </property>
  <property fmtid="{D5CDD505-2E9C-101B-9397-08002B2CF9AE}" pid="3" name="KSOProductBuildVer">
    <vt:lpwstr>2058-12.2.0.23155</vt:lpwstr>
  </property>
</Properties>
</file>